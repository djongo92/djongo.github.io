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who we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why timing matters for this specific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deal-team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on the external rankings since we don't have named deals cleared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— should name the actual deal team once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needs a specific, small next step — not left open-ended.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B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Petrović &amp; Partners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Business Pitch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B2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deck — for the Roast My Deck demo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FIRST IMPRESSION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advisors delivering results-driven solutions.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corporate law firm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clients across the region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excellence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deal flow into CEE has tripled since 2023.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roll-ups accelerating across manufacturing and logistics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harmonization lowering cross-border friction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counsel now table stakes, not a differentiator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three-phase engagement model.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Diligence and structuring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Negotiation and documentation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Closing and post-merger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cross-border M&amp;A transactions closed.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 Europe Band 2, Corporate/M&amp;A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500 Tier 2, Corporate/M&amp;A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proof: recent deal tombstones once client approves disclosure]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Experienced practitioners who've done this before.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partners with regional deal experience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cross-border coordination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hands-on service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B88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discuss next steps.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further conversation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22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your convenience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Pitch Deck — Petrović &amp; Partners</dc:title>
  <dc:subject>PptxGenJS Presentation</dc:subject>
  <dc:creator>Petrović &amp; Partners</dc:creator>
  <cp:lastModifiedBy>Petrović &amp; Partners</cp:lastModifiedBy>
  <cp:revision>1</cp:revision>
  <dcterms:created xsi:type="dcterms:W3CDTF">2026-07-22T18:11:09Z</dcterms:created>
  <dcterms:modified xsi:type="dcterms:W3CDTF">2026-07-22T18:11:09Z</dcterms:modified>
</cp:coreProperties>
</file>